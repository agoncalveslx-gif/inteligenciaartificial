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78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2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6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2153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5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80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35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538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026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0374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DocSecurity>0</DocSecurity>
  <PresentationFormat>Widescreen</PresentationFormat>
  <Paragraphs>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PROF AUX Leonardo Gonçalves</cp:lastModifiedBy>
  <cp:revision>2</cp:revision>
  <dcterms:created xsi:type="dcterms:W3CDTF">2026-10-05T21:06:51Z</dcterms:created>
  <dcterms:modified xsi:type="dcterms:W3CDTF">2026-10-05T21:29:32Z</dcterms:modified>
</cp:coreProperties>
</file>